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D97706"/>
                </a:solidFill>
              </a:defRPr>
            </a:pPr>
            <a:r>
              <a:t>SQL SERVER TO DATABRICKS AI MIGRATION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What is the Application?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AI-Enhanced SQL Server to Databricks Lakehouse Migration  •  Automating Medallion Data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90372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9037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6446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Overview: </a:t>
            </a:r>
            <a:r>
              <a:rPr sz="1100">
                <a:solidFill>
                  <a:srgbClr val="1E293B"/>
                </a:solidFill>
              </a:rPr>
              <a:t>A high-efficiency enterprise migration factory designed to parse SQL Server schema objects, translate T-SQL constructs, and generate production-grade Databricks Medallion lakehouse pipelines.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DC2626"/>
                </a:solidFill>
              </a:rPr>
              <a:t>• The Problem It Solves: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   – Legacy T-SQL Incompatibilities: </a:t>
            </a:r>
            <a:r>
              <a:rPr sz="1050">
                <a:solidFill>
                  <a:srgbClr val="1E293B"/>
                </a:solidFill>
              </a:rPr>
              <a:t>SQL Server relies heavily on proprietary features (IDENTITY columns, T-SQL stored procedures, triggers, custom scalar functions) that fail directly on Spark/Delta Lake.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   – Manual Medallion Engineering Overhead: </a:t>
            </a:r>
            <a:r>
              <a:rPr sz="1050">
                <a:solidFill>
                  <a:srgbClr val="1E293B"/>
                </a:solidFill>
              </a:rPr>
              <a:t>Manually creating Bronze ingestion DDLs, Silver cleansing joins, and Gold star-schema dimensions takes weeks of error-prone, repetitive SQL drafting.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2563EB"/>
                </a:solidFill>
              </a:rPr>
              <a:t>• How AI Simplifies the Process: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2563EB"/>
                </a:solidFill>
              </a:rPr>
              <a:t>   ✓ Zero-Hallucination Grounding: </a:t>
            </a:r>
            <a:r>
              <a:rPr sz="1050">
                <a:solidFill>
                  <a:srgbClr val="1E293B"/>
                </a:solidFill>
              </a:rPr>
              <a:t>Every table, column, and foreign key reference is validated against immutable source discovery snapshots — no invented identifiers.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2563EB"/>
                </a:solidFill>
              </a:rPr>
              <a:t>   ✓ Intelligent Medallion Synthesis: </a:t>
            </a:r>
            <a:r>
              <a:rPr sz="1050">
                <a:solidFill>
                  <a:srgbClr val="1E293B"/>
                </a:solidFill>
              </a:rPr>
              <a:t>Automatically synthesizes Bronze Delta tables, Silver clean &amp; joined views, Databricks SQL scalar functions, and idempotent MERGE workflows.</a:t>
            </a:r>
          </a:p>
          <a:p>
            <a:r>
              <a:rPr b="1" sz="1050">
                <a:solidFill>
                  <a:srgbClr val="2563EB"/>
                </a:solidFill>
              </a:rPr>
              <a:t>   ✓ Governed Clarification Gates: </a:t>
            </a:r>
            <a:r>
              <a:rPr sz="1050">
                <a:solidFill>
                  <a:srgbClr val="1E293B"/>
                </a:solidFill>
              </a:rPr>
              <a:t>Identifies business ambiguities (e.g. completed status values, fact grain, SCD Type 1 vs. Type 2) and prompts for architect approval before execution.</a:t>
            </a:r>
          </a:p>
        </p:txBody>
      </p:sp>
      <p:pic>
        <p:nvPicPr>
          <p:cNvPr id="8" name="Picture 7" descr="ai_databricks_pipeline_17907529856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645920"/>
            <a:ext cx="3547872" cy="2514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09560" y="4315968"/>
            <a:ext cx="3547872" cy="1856231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4434840"/>
            <a:ext cx="3273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D97706"/>
                </a:solidFill>
              </a:defRPr>
            </a:pPr>
            <a:r>
              <a:t>AI DATABRICKS TRANSLATION ENGINE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Automated conversion flow: Converts SQL Server tables, stored procedures, multi-table joins, and complex scalar functions into production-ready Databricks Delta tables, clean views, and idempotent MERGE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4A3B8"/>
                </a:solidFill>
              </a:defRPr>
            </a:pPr>
            <a:r>
              <a:t>SQL Server to Databricks Migration Factory  |  AI-Enhanced Lakehouse Modernization Platform  |  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D97706"/>
                </a:solidFill>
              </a:defRPr>
            </a:pPr>
            <a:r>
              <a:t>SQL SERVER TO DATABRICKS AI MIGRATION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Application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Core Features &amp; Governed Migration Workflow  •  Vite Studio, Syntax Mapping &amp; Lakehouse Customization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90372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903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6446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Vite-Powered Migration Studio: </a:t>
            </a:r>
            <a:r>
              <a:rPr sz="1100">
                <a:solidFill>
                  <a:srgbClr val="1E293B"/>
                </a:solidFill>
              </a:rPr>
              <a:t>Interactive developer console featuring visual 6-stage lifecycle stepper, topological DAG dependency ordering, and real-time schema lineage mapping.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D97706"/>
                </a:solidFill>
              </a:rPr>
              <a:t>• Automated SQL Server Features Mapped: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   – Data Type Normalization: </a:t>
            </a:r>
            <a:r>
              <a:rPr sz="1050">
                <a:solidFill>
                  <a:srgbClr val="1E293B"/>
                </a:solidFill>
              </a:rPr>
              <a:t>Converts SQL Server data types (datetime2 → TIMESTAMP, bit → BOOLEAN, nvarchar → STRING) and enforces snake_case column standards.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   – Procedural &amp; MERGE Logic Synthesis: </a:t>
            </a:r>
            <a:r>
              <a:rPr sz="1050">
                <a:solidFill>
                  <a:srgbClr val="1E293B"/>
                </a:solidFill>
              </a:rPr>
              <a:t>Re-engineers manual batch loaders into idempotent Databricks MERGE INTO Delta operations keyed on source primary and business keys.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2563EB"/>
                </a:solidFill>
              </a:rPr>
              <a:t>• Key Governed Modules: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   – Plan Approval Gate &amp; Impact Audit: </a:t>
            </a:r>
            <a:r>
              <a:rPr sz="1050">
                <a:solidFill>
                  <a:srgbClr val="1E293B"/>
                </a:solidFill>
              </a:rPr>
              <a:t>Lets architects review the full Medallion DAG, column mappings, and clarification answers before committing code to Databricks.</a:t>
            </a:r>
          </a:p>
          <a:p>
            <a:r>
              <a:rPr b="1" sz="1050">
                <a:solidFill>
                  <a:srgbClr val="0F172A"/>
                </a:solidFill>
              </a:rPr>
              <a:t>   – One-Click Target Deployment: </a:t>
            </a:r>
            <a:r>
              <a:rPr sz="1050">
                <a:solidFill>
                  <a:srgbClr val="1E293B"/>
                </a:solidFill>
              </a:rPr>
              <a:t>Direct automated execution into Databricks Unity Catalog schemas (bronze, silver, gold) with compile-time verification.</a:t>
            </a:r>
          </a:p>
        </p:txBody>
      </p:sp>
      <p:pic>
        <p:nvPicPr>
          <p:cNvPr id="8" name="Picture 7" descr="databricks_studio_ui_17907530134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645920"/>
            <a:ext cx="3547872" cy="2514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09560" y="4315968"/>
            <a:ext cx="3547872" cy="1856231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4434840"/>
            <a:ext cx="3273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2563EB"/>
                </a:solidFill>
              </a:defRPr>
            </a:pPr>
            <a:r>
              <a:t>VITE MIGRATION STUDIO &amp; SANDBOX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Next-generation developer studio: Real-time visual DAG pipeline viewer, interactive clarification modals, destructive operation guardrails, and 1-click Databricks target deployment.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4A3B8"/>
                </a:solidFill>
              </a:defRPr>
            </a:pPr>
            <a:r>
              <a:t>SQL Server to Databricks Migration Factory  |  AI-Enhanced Lakehouse Modernization Platform  |  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D97706"/>
                </a:solidFill>
              </a:defRPr>
            </a:pPr>
            <a:r>
              <a:t>SQL SERVER TO DATABRICKS AI MIGRATION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Time &amp; Cost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ROI: Manual vs. Automated Migration  •  Slashing Developer Effort by 70% (88h to 26h)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90372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9037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47088"/>
          <a:ext cx="65379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1645920"/>
                <a:gridCol w="1828800"/>
              </a:tblGrid>
              <a:tr h="358140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Metric / Phase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Traditional Manual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Migration-AI-Studio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Schema &amp; Dependency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16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2 Hours (Auto-Discovery)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Bronze Ingestion &amp; Delta DDLs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14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3 Hours (Automated DDL)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Silver Data Cleansing &amp; Join 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24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7 Hours (Graph JOIN Synthesis)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Gold Dimension &amp; Fact Modeling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20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8 Hours (Semantic Modeling)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Testing, Verification &amp;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14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6 Hours (1-Click Deployment)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4069080"/>
            <a:ext cx="6537960" cy="320040"/>
          </a:xfrm>
          <a:prstGeom prst="rect">
            <a:avLst/>
          </a:prstGeom>
          <a:solidFill>
            <a:srgbClr val="DCFCE7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66534"/>
                </a:solidFill>
              </a:defRPr>
            </a:pPr>
            <a:r>
              <a:t>   Total Migration Time:          88 Hours                      26 Hours (62h Saved - 70% Reduction)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6537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59669"/>
                </a:solidFill>
              </a:rPr>
              <a:t>• Total Time Saved: </a:t>
            </a:r>
            <a:r>
              <a:rPr sz="1100">
                <a:solidFill>
                  <a:srgbClr val="1E293B"/>
                </a:solidFill>
              </a:rPr>
              <a:t>70% Reduction in developer effort (saving 62 hours per application database).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563EB"/>
                </a:solidFill>
              </a:rPr>
              <a:t>• Financial Impact: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   – Developer Cost Reduction: </a:t>
            </a:r>
            <a:r>
              <a:rPr sz="1050">
                <a:solidFill>
                  <a:srgbClr val="1E293B"/>
                </a:solidFill>
              </a:rPr>
              <a:t>Estimated cost saving of ₹93,000 per migrated database (calculated at standard engineering billing rate).</a:t>
            </a:r>
          </a:p>
          <a:p>
            <a:r>
              <a:rPr b="1" sz="1050">
                <a:solidFill>
                  <a:srgbClr val="0F172A"/>
                </a:solidFill>
              </a:rPr>
              <a:t>   – Accelerated Timelines: </a:t>
            </a:r>
            <a:r>
              <a:rPr sz="1050">
                <a:solidFill>
                  <a:srgbClr val="1E293B"/>
                </a:solidFill>
              </a:rPr>
              <a:t>Removes weeks of manual schema re-engineering, allowing enterprise teams to modernize entire portfolio databases at high velocity.</a:t>
            </a:r>
          </a:p>
        </p:txBody>
      </p:sp>
      <p:pic>
        <p:nvPicPr>
          <p:cNvPr id="10" name="Picture 9" descr="roi_analytics_dashboard_17907530597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645920"/>
            <a:ext cx="3547872" cy="2514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09560" y="4315968"/>
            <a:ext cx="3547872" cy="1856231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4434840"/>
            <a:ext cx="3273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59669"/>
                </a:solidFill>
              </a:defRPr>
            </a:pPr>
            <a:r>
              <a:t>QUANTIFIABLE ROI &amp; VELOCITY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Measurable financial return: Slashes migration effort from 88 hours down to 26 hours (62h saved), delivering ₹93,000 in immediate cost reduction per database at enterprise speed.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4A3B8"/>
                </a:solidFill>
              </a:defRPr>
            </a:pPr>
            <a:r>
              <a:t>SQL Server to Databricks Migration Factory  |  AI-Enhanced Lakehouse Modernization Platform  |  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